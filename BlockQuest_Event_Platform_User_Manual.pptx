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10332720" cy="4663440"/>
          </a:xfrm>
          <a:prstGeom prst="rect">
            <a:avLst/>
          </a:prstGeom>
          <a:solidFill>
            <a:srgbClr val="161B22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645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210312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Flow &amp; User Manual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operating guide for Event Attendees (Questers) and Event Staff / Admins.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Registration, Social Missions, QR Check-In, Quest Verifications, and RBAC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4206240"/>
            <a:ext cx="4389120" cy="1005840"/>
          </a:xfrm>
          <a:prstGeom prst="roundRect">
            <a:avLst/>
          </a:prstGeom>
          <a:solidFill>
            <a:srgbClr val="1F242C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4389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A1DE"/>
                </a:solidFill>
              </a:rPr>
              <a:t>PART 1: ATTENDEE GUIDE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4663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Registration • Social Missions • QR Passes • Quests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0" y="4206240"/>
            <a:ext cx="4754880" cy="1005840"/>
          </a:xfrm>
          <a:prstGeom prst="roundRect">
            <a:avLst/>
          </a:prstGeom>
          <a:solidFill>
            <a:srgbClr val="1F242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3891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PART 2: ADMIN &amp; STAFF MANUAL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QR Scanner • Proof Reviews • Quest &amp; Staff Setup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Attendee Registration &amp; Credentials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users create their account and establish their event pass profile.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65836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</a:rPr>
              <a:t>Registration Process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377440"/>
            <a:ext cx="60350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1. Access Registration Page: Navigate to the event link (/register).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Fill Required Information: Enter Full Name, Email, Mobile Number, and Password.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Country Code Selector: Built-in international dial codes (default +63 Philippines).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Single-Field Name Entry: Streamlined single 'Name' field simplifies mobile sign-ups.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Terms Agreement: Check the privacy terms checkbox and click 'Register'.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38404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💡 Key Quester Tips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0" y="2468880"/>
            <a:ext cx="32918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Password Security: Stored using scryptSync salted cryptographic hashes.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Automatic Account Creation: Once registered, users can log back in at any time from any device.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Instant Pass Code Generation: System automatically creates a unique ticket code (e.g., BQF-X79K2M).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Social Follow Missions Modal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social onboarding requirements before unlocking the QR pass.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Trigger Modal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After registration or upon clicking 'Generate QR Pass', the Social Follow Missions modal opens automatically.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Follow &amp; 10s Timer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Click each platform button (Facebook, Telegram, X, Discord). A 10-second verification countdown verifies each task.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Pass Unlock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Once all missions display '✓ Verified', the bottom 'Claim &amp; Generate QR Pass' button illuminates in gold.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5120640"/>
            <a:ext cx="10607040" cy="1005840"/>
          </a:xfrm>
          <a:prstGeom prst="roundRect">
            <a:avLst/>
          </a:prstGeom>
          <a:solidFill>
            <a:srgbClr val="141E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2578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🛡️ Fully Dynamic Configuration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Social follow tasks are fetched dynamically from the database. Superadmins can add, edit, reorder, or delete platforms directly from the Admin Dashboard without changing application code.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Accessing &amp; Using the Event QR Pass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ticket pass generation, offline readiness, and gate scanning.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48640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Event Pass Card Features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High-Resolution QR Code: Encodes ticket validation URL for instantaneous gate scanning.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Attendee Identity: Shows Attendee Name, Registered Email, and Unique Ticket Code.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Live XP Counter: Displays current earned XP balance right on the card header.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Download / Save: Questers can take a screenshot or download the QR code for seamless offline entry.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1737360"/>
            <a:ext cx="47548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20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A1DE"/>
                </a:solidFill>
              </a:rPr>
              <a:t>Gate Entry Workflow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0" y="2468880"/>
            <a:ext cx="4206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1. Arrive at Venue Entrance: Have your mobile phone ready with the QR pass on screen.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2. Gate Staff Scan: Staff scans the pass using the Admin QR Scanner camera.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3. Instant Validation: System checks attendee database and prompts confirmation modal.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4. Wristband &amp; Entry: Status switches to 'Checked In' and entrance is granted.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Fiesta Quests, Proof Submissions &amp; XP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attendees discover challenges, submit evidence, and earn rewards.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Discover Quests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Browse Fiesta Event Quests categorized by Onboarding, Social, Partner Boothing, and Special Challenges. Shows XP rewards &amp; status (Live/Soon).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Submit Proof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For quests requiring verification, click 'Submit Proof' and upload a screenshot or photo. Images upload directly to secure S3 bucket storage.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Status Tracking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Track review progress in real time: 'Pending Review', 'Approved' (XP credited immediately), or 'Rejected' (with feedback explanation).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Operations: Role Hierarchy &amp; Access Matrix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(RBAC) ensuring appropriate permissions per staff role.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607040" cy="4389120"/>
        </p:xfrm>
        <a:graphic>
          <a:graphicData uri="http://schemas.openxmlformats.org/drawingml/2006/table">
            <a:tbl>
              <a:tblPr/>
              <a:tblGrid>
                <a:gridCol w="2011680"/>
                <a:gridCol w="5303520"/>
                <a:gridCol w="32918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Role Level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Permitted Tabs &amp; Capabilities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Primary Responsibility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Superadmin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Full Access: Staff Management, Social Missions, Quests, Verifications, Attendees, Scanner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System owner, executive control, staff provisioning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4A1DE"/>
                          </a:solidFill>
                        </a:rPr>
                        <a:t>Manager / Admin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Event Quests (Create/Edit), Attendees list, QR Scanner, Verifications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Event operations, quest scheduling, attendee monitoring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Manage Quester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QR Scanner camera, Attendee list &amp; manual check-in confirmation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Entrance gate check-in &amp; physical queue operations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Verifier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Quest Verifications Queue only (Approve / Reject with feedback)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Validating quest proof submissions and granting XP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949E"/>
                          </a:solidFill>
                        </a:rPr>
                        <a:t>Viewer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Read-only analytics and attendee viewer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Sponsors, observers, and real-time monitoring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Entry: Scanner &amp; Check-In Verification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gate personnel process attendees swiftly and prevent accidental check-ins.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A1DE"/>
                </a:solidFill>
              </a:rPr>
              <a:t>📷 Built-in Camera Scanner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1. Open Scanner: Navigate to the '📷 QR Scanner' tab on any smartphone, tablet, or laptop.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2. Real-Time Viewfinder: Point device camera at attendee's digital or printed QR pass.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3. Instant Lookup: System pulls attendee profile, pass validity, and current check-in status.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4. Audio/Visual Feedback: Clear on-screen banner indicates whether pass is valid or already checked in.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⚠️ Safety Confirmation Modal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Accidental Tap Prevention: When clicking manual check-in or scanning, a confirmation modal appears.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Attendee Details Preview: Displays Attendee Name, Email, and Ticket Code.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Confirm Check-In: Staff must press 'Confirm Check-In' to commit status to the database.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Search Fallback: If an attendee has no phone, staff can search their name/email in the Attendees tab.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Verifications Queue &amp; Approvals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verifiers inspect evidence, award XP, and provide rejection reasons.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Inspection Queue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Open '🔍 Quest Verifications' tab. Filter submissions by 'Pending', 'Approved', or 'Rejected'. Submissions list Attendee Name, Quest Title, and timestamp.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Full-Screen Preview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Click screenshot proof to zoom and inspect image evidence with pan &amp; drag controls to verify authenticity (e.g. booth photo, social post screenshot).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Decision Actions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Approve: Credits XP immediately and records immutable completion receipt.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Reject: Prompts required rejection reason to guide the user on resubmission.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Superadmin Control: Dynamic Missions &amp; Staff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administrative autonomy without code changes or database migrations.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📣 Dynamic Social Missions Modal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Add Mission Modal: Click '+ Add Mission' to configure new community tasks.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Customizable Attributes: Set Platform Icon (FB/TG/X/Discord/Web), Title, Description, Target URL, and Button Color.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Sort Ordering: Custom sequence controls the display priority in the registration modal.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Live Updates: Changes reflect instantly for newly registering attendees.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🛡️ Staff Provisioning, Access Limits &amp; Security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Staff Account Provisioning: Assign Email, Password, Name, and Role (manage_attendees, verifier, admin, viewer).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Least-Privilege Isolation: Verifiers only see proof queues; Gate staff only access scanners; Viewers are strictly read-only.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Edit Staff Modal: Modify details, alter permissions, or reset passwords dynamically.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Security Safeguards: scryptSync hashing, 5-minute inactivity timeouts, and safety modals for account deletions.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Architecture &amp; XP Economy Integrity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dual-table design prevents conflicts during quest edits or deletions.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💰 registrations.total_xp (Wallet)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Running Balance: Stored directly on the user row for instant leaderboard and profile rendering.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High Performance: Eliminates heavy SUM calculations during peak live-event traffic.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Leaderboard Ready: Indexed for rapid ranking updates.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🧾 quest_completions.xp_awarded (Receipt)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Immutable Audit Trail: Records exact XP granted at the historical moment of approval.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Conflict-Free Design: If an admin modifies a quest XP value or deletes the quest entirely, the user keeps their earned balance safely intact.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Duplicate Protection: UNIQUE(quest_id, user_email) prevents double-claiming.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BlockQuest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BlockQuest Event Platform - User Manual &amp; Flow Guide</dc:title>
  <dc:subject>PptxGenJS Presentation</dc:subject>
  <dc:creator>BlockQuest</dc:creator>
  <cp:lastModifiedBy>BlockQuest</cp:lastModifiedBy>
  <cp:revision>1</cp:revision>
  <dcterms:created xsi:type="dcterms:W3CDTF">2026-08-14T08:41:53Z</dcterms:created>
  <dcterms:modified xsi:type="dcterms:W3CDTF">2026-08-14T08:41:53Z</dcterms:modified>
</cp:coreProperties>
</file>